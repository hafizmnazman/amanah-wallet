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[[fill: S1 %]] of attacks got the planner alone, which is how a typical agent wallet works, to sign a bad payment. Through Amanah's quorum and contract, [[fill: attacks that moved funds]]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agent mutates the attack gallery and fires it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agent can cause delays, never theft.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The planner alone signed [[fill: S1 %]] of the attacks. With the Qwen auditor, [[fill: S3 %]]. With the sentinel too, [[fill: S4 %]]. Through the vault, [[fill: S5 %]]. The planner and the Qwen auditor failed together on [[fill: joint failure, planner and Qwen auditor]] of transfer attacks. The paired comparisons use exact McNemar tests with Holm's correction, and every rate has a 95% Wilson interval.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[[fill: vault address]]. Scenarios one to five set it up: two trustees register the signers, set three mandates and add 45 beneficiaries, and a donor deposits. Then come the payouts, the attacks and the controls. In all, [[fill: Base Sepolia transactions]] transactions are tagged with their scenario, and [[fill: scenarios passed]] of 16 scenarios behaved as expected. Our verify script re-checks any executed payout from the chain alone: signer roles, distinct lineages, the tier, the caps, the allowlist and the trustee signature. It passed on [[fill: payouts verify.py passed]]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290 automated tests across five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A8231C"/>
                </a:solidFill>
                <a:latin typeface="Arial"/>
              </a:rPr>
              <a:t>[[fill: S1 %]]</a:t>
            </a:r>
          </a:p>
          <a:p>
            <a:pPr algn="l">
              <a:lnSpc>
                <a:spcPct val="110000"/>
              </a:lnSpc>
              <a:spcAft>
                <a:spcPts val="0"/>
              </a:spcAft>
            </a:pPr>
            <a:r>
              <a:rPr sz="1600" b="0">
                <a:solidFill>
                  <a:srgbClr val="1D2321"/>
                </a:solidFill>
                <a:latin typeface="Arial"/>
              </a:rPr>
              <a:t>of red-team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0B5D3B"/>
                </a:solidFill>
                <a:latin typeface="Arial"/>
              </a:rPr>
              <a:t>[[fill: attacks that moved funds]]</a:t>
            </a:r>
          </a:p>
          <a:p>
            <a:pPr algn="l">
              <a:lnSpc>
                <a:spcPct val="110000"/>
              </a:lnSpc>
              <a:spcAft>
                <a:spcPts val="0"/>
              </a:spcAft>
            </a:pPr>
            <a:r>
              <a:rPr sz="1600" b="0">
                <a:solidFill>
                  <a:srgbClr val="1D2321"/>
                </a:solidFill>
                <a:latin typeface="Arial"/>
              </a:rPr>
              <a:t>attacks moved any funds through Amanah's quorum and contract, on the same attack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[[fill: scenario 6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[[fill: scenario 11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[[fill: scenario 14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8 [[fill: scenario 8 tx]], 9 [[fill: scenario 9 tx]], 10 [[fill: scenario 10 tx]] and 12 [[fill: scenario 12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scenarios 8 and 10</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[[fill: protocol commit]] before the run; redteam/results/final/report.md; [[fill: attack cases]] attacks and [[fill: legitimate cases]]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[[fill: S1 attack success]]</a:t>
                      </a:r>
                    </a:p>
                  </a:txBody>
                  <a:tcPr marL="91440" marR="91440" marT="45720" marB="45720" anchor="ctr">
                    <a:solidFill>
                      <a:srgbClr val="FFFFFF"/>
                    </a:solidFill>
                  </a:tcPr>
                </a:tc>
                <a:tc>
                  <a:txBody>
                    <a:bodyPr wrap="square"/>
                    <a:lstStyle/>
                    <a:p>
                      <a:r>
                        <a:rPr sz="1300" b="0">
                          <a:solidFill>
                            <a:srgbClr val="1D2321"/>
                          </a:solidFill>
                          <a:latin typeface="Arial"/>
                        </a:rPr>
                        <a:t>[[fill: S1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[[fill: S2 attack success]]</a:t>
                      </a:r>
                    </a:p>
                  </a:txBody>
                  <a:tcPr marL="91440" marR="91440" marT="45720" marB="45720" anchor="ctr">
                    <a:solidFill>
                      <a:srgbClr val="ECF3EF"/>
                    </a:solidFill>
                  </a:tcPr>
                </a:tc>
                <a:tc>
                  <a:txBody>
                    <a:bodyPr wrap="square"/>
                    <a:lstStyle/>
                    <a:p>
                      <a:r>
                        <a:rPr sz="1300" b="0">
                          <a:solidFill>
                            <a:srgbClr val="1D2321"/>
                          </a:solidFill>
                          <a:latin typeface="Arial"/>
                        </a:rPr>
                        <a:t>[[fill: S2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[[fill: S3 attack success]]</a:t>
                      </a:r>
                    </a:p>
                  </a:txBody>
                  <a:tcPr marL="91440" marR="91440" marT="45720" marB="45720" anchor="ctr">
                    <a:solidFill>
                      <a:srgbClr val="FFFFFF"/>
                    </a:solidFill>
                  </a:tcPr>
                </a:tc>
                <a:tc>
                  <a:txBody>
                    <a:bodyPr wrap="square"/>
                    <a:lstStyle/>
                    <a:p>
                      <a:r>
                        <a:rPr sz="1300" b="0">
                          <a:solidFill>
                            <a:srgbClr val="1D2321"/>
                          </a:solidFill>
                          <a:latin typeface="Arial"/>
                        </a:rPr>
                        <a:t>[[fill: S3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[[fill: S4 attack success]]</a:t>
                      </a:r>
                    </a:p>
                  </a:txBody>
                  <a:tcPr marL="91440" marR="91440" marT="45720" marB="45720" anchor="ctr">
                    <a:solidFill>
                      <a:srgbClr val="ECF3EF"/>
                    </a:solidFill>
                  </a:tcPr>
                </a:tc>
                <a:tc>
                  <a:txBody>
                    <a:bodyPr wrap="square"/>
                    <a:lstStyle/>
                    <a:p>
                      <a:r>
                        <a:rPr sz="1300" b="0">
                          <a:solidFill>
                            <a:srgbClr val="1D2321"/>
                          </a:solidFill>
                          <a:latin typeface="Arial"/>
                        </a:rPr>
                        <a:t>[[fill: S4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[[fill: S5 attack success]]</a:t>
                      </a:r>
                    </a:p>
                  </a:txBody>
                  <a:tcPr marL="91440" marR="91440" marT="45720" marB="45720" anchor="ctr">
                    <a:solidFill>
                      <a:srgbClr val="FFFFFF"/>
                    </a:solidFill>
                  </a:tcPr>
                </a:tc>
                <a:tc>
                  <a:txBody>
                    <a:bodyPr wrap="square"/>
                    <a:lstStyle/>
                    <a:p>
                      <a:r>
                        <a:rPr sz="1300" b="0">
                          <a:solidFill>
                            <a:srgbClr val="1D2321"/>
                          </a:solidFill>
                          <a:latin typeface="Arial"/>
                        </a:rPr>
                        <a:t>[[fill: S5 false refusals]]</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[[fill: joint failure, planner and Qwen auditor]] of transfer attacks.</a:t>
            </a:r>
          </a:p>
          <a:p>
            <a:pPr algn="l">
              <a:lnSpc>
                <a:spcPct val="110000"/>
              </a:lnSpc>
              <a:spcAft>
                <a:spcPts val="0"/>
              </a:spcAft>
            </a:pPr>
            <a:r>
              <a:rPr sz="1400" b="0">
                <a:solidFill>
                  <a:srgbClr val="1D2321"/>
                </a:solidFill>
                <a:latin typeface="Arial"/>
              </a:rPr>
              <a:t>Above 10% raises the posture, by the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[[fill: run]]</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[[fill: run]]</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[[fill: run]]</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[[fill: run]]</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[[fill: run]]</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[[fill: run]]</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[[fill: run]]</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anchored · [[fill: run]]</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anchored · [[fill: run]]</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[[fill: run]]</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[[fill: run]]</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[[fill: run]]</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[[fill: run]]</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[[fill: run]]</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[[fill: run]]</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[[fill: run]]</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[[fill: vault address]]</a:t>
            </a:r>
          </a:p>
          <a:p>
            <a:pPr algn="l">
              <a:lnSpc>
                <a:spcPct val="110000"/>
              </a:lnSpc>
              <a:spcAft>
                <a:spcPts val="700"/>
              </a:spcAft>
            </a:pPr>
            <a:r>
              <a:rPr sz="1400" b="0">
                <a:solidFill>
                  <a:srgbClr val="1D2321"/>
                </a:solidFill>
                <a:latin typeface="Arial"/>
              </a:rPr>
              <a:t>[[fill: Base Sepolia transactions]] transactions, each tagged with its scenario</a:t>
            </a:r>
          </a:p>
          <a:p>
            <a:pPr algn="l">
              <a:lnSpc>
                <a:spcPct val="110000"/>
              </a:lnSpc>
              <a:spcAft>
                <a:spcPts val="700"/>
              </a:spcAft>
            </a:pPr>
            <a:r>
              <a:rPr sz="1400" b="0">
                <a:solidFill>
                  <a:srgbClr val="1D2321"/>
                </a:solidFill>
                <a:latin typeface="Arial"/>
              </a:rPr>
              <a:t>verify.py passes on [[fill: payouts verify.py passed]]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290 automated tests: contracts 109, backend 117, red team 24, frontend unit 23,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