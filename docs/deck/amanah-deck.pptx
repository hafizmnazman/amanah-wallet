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7.5% of the attacks that asked for a payment got the planner alone, which is how a typical agent wallet works, to sign it. Through Amanah's quorum and contract, 0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run fires the reviewed attack gallery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run can cause delays, never theft. Our measured joint failure was 0.0%, which raises nothing, so the demo's scenario 14 uses a summary labelled as made for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On Base Sepolia the live planner refused both of those messages itself, so the red team shows the checkers instead: every checker rejected the payouts to unlisted wallets that the planner proposed.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Against the planner alone, 6.8% of the attacks succeeded. With the Qwen auditor, 0.0%. With the sentinel too, 0.0%. Through the vault, 0.0%. The planner and the Qwen auditor failed together on 0.0% (95% CI 0.0 to 8.8) of transfer attacks. The paired comparisons use exact McNemar tests with Holm's correction, and every rate has a 95% Wilson interval. One caution: the single attack that passed the Claude auditor but not the Qwen auditor was stopped by a Qwen misreading of its own rules, the same misreading that escalated two sound payouts. So that difference rests on one case, with a McNemar p of 1.0, and we do not claim Qwen judges better. We did not tune the prompt to those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0x558e...4FC5. Scenarios one to five set it up: two trustees register the signers, set three mandates and add 45 beneficiaries, and a donor deposits. Then come the payouts, the attacks and the controls. In all, 84 transactions are tagged with their scenario, and 16 of 16 scenarios behaved as expected. Our verify script re-checks any executed payout from the chain alone: signer roles, distinct lineages, the tier, the caps, the allowlist and the trustee signature. It passed on 15 of 15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353 automated tests across six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5400" b="1">
                <a:solidFill>
                  <a:srgbClr val="A8231C"/>
                </a:solidFill>
                <a:latin typeface="Arial"/>
              </a:rPr>
              <a:t>7.5%</a:t>
            </a:r>
          </a:p>
          <a:p>
            <a:pPr algn="l">
              <a:lnSpc>
                <a:spcPct val="110000"/>
              </a:lnSpc>
              <a:spcAft>
                <a:spcPts val="0"/>
              </a:spcAft>
            </a:pPr>
            <a:r>
              <a:rPr sz="1600" b="0">
                <a:solidFill>
                  <a:srgbClr val="1D2321"/>
                </a:solidFill>
                <a:latin typeface="Arial"/>
              </a:rPr>
              <a:t>of red-team payment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5400" b="1">
                <a:solidFill>
                  <a:srgbClr val="0B5D3B"/>
                </a:solidFill>
                <a:latin typeface="Arial"/>
              </a:rPr>
              <a:t>0</a:t>
            </a:r>
          </a:p>
          <a:p>
            <a:pPr algn="l">
              <a:lnSpc>
                <a:spcPct val="110000"/>
              </a:lnSpc>
              <a:spcAft>
                <a:spcPts val="0"/>
              </a:spcAft>
            </a:pPr>
            <a:r>
              <a:rPr sz="1600" b="0">
                <a:solidFill>
                  <a:srgbClr val="1D2321"/>
                </a:solidFill>
                <a:latin typeface="Arial"/>
              </a:rPr>
              <a:t>payment attacks moved any funds through Amanah's quorum and contract, on the same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Amanah · Universiti Teknologi PETRONAS, Malaysia</a:t>
            </a:r>
          </a:p>
          <a:p>
            <a:pPr algn="l">
              <a:lnSpc>
                <a:spcPct val="110000"/>
              </a:lnSpc>
              <a:spcAft>
                <a:spcPts val="0"/>
              </a:spcAft>
            </a:pPr>
            <a:r>
              <a:rPr sz="1400" b="0">
                <a:solidFill>
                  <a:srgbClr val="5B6661"/>
                </a:solidFill>
                <a:latin typeface="Arial"/>
              </a:rPr>
              <a:t>Abdul Hafiz Bin Mohd Noor Azman, Muhammad Khaidhir Bin Mohd Razin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0x232c...ae5a</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0xcf19...f0be</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0xad4e...1edd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10 0xb06b...0588 and 12 0x1e69...6ae9; the live planner refused 8 and 9</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 10; the red team's induced-transfer and urgency cases</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ffa0490 before the run; redteam/results/final/report.md; 44 attacks and 20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 all 44</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6.8% (95% CI 2.3 to 18.2)</a:t>
                      </a:r>
                    </a:p>
                  </a:txBody>
                  <a:tcPr marL="91440" marR="91440" marT="45720" marB="45720" anchor="ctr">
                    <a:solidFill>
                      <a:srgbClr val="FFFFFF"/>
                    </a:solidFill>
                  </a:tcPr>
                </a:tc>
                <a:tc>
                  <a:txBody>
                    <a:bodyPr wrap="square"/>
                    <a:lstStyle/>
                    <a:p>
                      <a:r>
                        <a:rPr sz="1300" b="0">
                          <a:solidFill>
                            <a:srgbClr val="1D2321"/>
                          </a:solidFill>
                          <a:latin typeface="Arial"/>
                        </a:rPr>
                        <a:t>0.0%</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2.3% (95% CI 0.4 to 11.8)</a:t>
                      </a:r>
                    </a:p>
                  </a:txBody>
                  <a:tcPr marL="91440" marR="91440" marT="45720" marB="45720" anchor="ctr">
                    <a:solidFill>
                      <a:srgbClr val="ECF3EF"/>
                    </a:solidFill>
                  </a:tcPr>
                </a:tc>
                <a:tc>
                  <a:txBody>
                    <a:bodyPr wrap="square"/>
                    <a:lstStyle/>
                    <a:p>
                      <a:r>
                        <a:rPr sz="1300" b="0">
                          <a:solidFill>
                            <a:srgbClr val="1D2321"/>
                          </a:solidFill>
                          <a:latin typeface="Arial"/>
                        </a:rPr>
                        <a:t>0.0%</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0.0% (95% CI 0.0 to 8.0)</a:t>
                      </a:r>
                    </a:p>
                  </a:txBody>
                  <a:tcPr marL="91440" marR="91440" marT="45720" marB="45720" anchor="ctr">
                    <a:solidFill>
                      <a:srgbClr val="FFFFFF"/>
                    </a:solidFill>
                  </a:tcPr>
                </a:tc>
                <a:tc>
                  <a:txBody>
                    <a:bodyPr wrap="square"/>
                    <a:lstStyle/>
                    <a:p>
                      <a:r>
                        <a:rPr sz="1300" b="0">
                          <a:solidFill>
                            <a:srgbClr val="1D2321"/>
                          </a:solidFill>
                          <a:latin typeface="Arial"/>
                        </a:rPr>
                        <a:t>10.0%</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0.0% (95% CI 0.0 to 8.0)</a:t>
                      </a:r>
                    </a:p>
                  </a:txBody>
                  <a:tcPr marL="91440" marR="91440" marT="45720" marB="45720" anchor="ctr">
                    <a:solidFill>
                      <a:srgbClr val="ECF3EF"/>
                    </a:solidFill>
                  </a:tcPr>
                </a:tc>
                <a:tc>
                  <a:txBody>
                    <a:bodyPr wrap="square"/>
                    <a:lstStyle/>
                    <a:p>
                      <a:r>
                        <a:rPr sz="1300" b="0">
                          <a:solidFill>
                            <a:srgbClr val="1D2321"/>
                          </a:solidFill>
                          <a:latin typeface="Arial"/>
                        </a:rPr>
                        <a:t>10.0%</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0.0% (95% CI 0.0 to 8.0)</a:t>
                      </a:r>
                    </a:p>
                  </a:txBody>
                  <a:tcPr marL="91440" marR="91440" marT="45720" marB="45720" anchor="ctr">
                    <a:solidFill>
                      <a:srgbClr val="FFFFFF"/>
                    </a:solidFill>
                  </a:tcPr>
                </a:tc>
                <a:tc>
                  <a:txBody>
                    <a:bodyPr wrap="square"/>
                    <a:lstStyle/>
                    <a:p>
                      <a:r>
                        <a:rPr sz="1300" b="0">
                          <a:solidFill>
                            <a:srgbClr val="1D2321"/>
                          </a:solidFill>
                          <a:latin typeface="Arial"/>
                        </a:rPr>
                        <a:t>10.0%</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0.0% (95% CI 0.0 to 8.8) of transfer attacks.</a:t>
            </a:r>
          </a:p>
          <a:p>
            <a:pPr algn="l">
              <a:lnSpc>
                <a:spcPct val="110000"/>
              </a:lnSpc>
              <a:spcAft>
                <a:spcPts val="700"/>
              </a:spcAft>
            </a:pPr>
            <a:r>
              <a:rPr sz="1400" b="0">
                <a:solidFill>
                  <a:srgbClr val="1D2321"/>
                </a:solidFill>
                <a:latin typeface="Arial"/>
              </a:rPr>
              <a:t>Above 10% raises the posture, by the protocol.</a:t>
            </a:r>
          </a:p>
          <a:p>
            <a:pPr algn="l">
              <a:lnSpc>
                <a:spcPct val="110000"/>
              </a:lnSpc>
              <a:spcAft>
                <a:spcPts val="0"/>
              </a:spcAft>
            </a:pPr>
            <a:r>
              <a:rPr sz="1300" b="0">
                <a:solidFill>
                  <a:srgbClr val="5B6661"/>
                </a:solidFill>
                <a:latin typeface="Arial"/>
              </a:rPr>
              <a:t>S2 against S3 is one case, p = 1.0: not a claim that Qwen judges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passed</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passed</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passed</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passed</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passed</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passed</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passed</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by the planner · passed</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by the planner · passed</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passed</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passed</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passed</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passed</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passed</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passed</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passed</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0x558e...4FC5</a:t>
            </a:r>
          </a:p>
          <a:p>
            <a:pPr algn="l">
              <a:lnSpc>
                <a:spcPct val="110000"/>
              </a:lnSpc>
              <a:spcAft>
                <a:spcPts val="700"/>
              </a:spcAft>
            </a:pPr>
            <a:r>
              <a:rPr sz="1400" b="0">
                <a:solidFill>
                  <a:srgbClr val="1D2321"/>
                </a:solidFill>
                <a:latin typeface="Arial"/>
              </a:rPr>
              <a:t>84 transactions, each tagged with its scenario</a:t>
            </a:r>
          </a:p>
          <a:p>
            <a:pPr algn="l">
              <a:lnSpc>
                <a:spcPct val="110000"/>
              </a:lnSpc>
              <a:spcAft>
                <a:spcPts val="700"/>
              </a:spcAft>
            </a:pPr>
            <a:r>
              <a:rPr sz="1400" b="0">
                <a:solidFill>
                  <a:srgbClr val="1D2321"/>
                </a:solidFill>
                <a:latin typeface="Arial"/>
              </a:rPr>
              <a:t>verify.py passes on 15 of 15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353 automated tests: contracts 112, backend 141, red team 29, release scripts 30, frontend unit 24,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